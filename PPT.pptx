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88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3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3.pn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93790" y="3186351"/>
            <a:ext cx="65080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Sentiment Analyzer 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985855"/>
            <a:ext cx="7540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Based Market Sentiment &amp; Trading Signal Prediction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6803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| Computer Science Engineering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9311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98013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8224" y="32145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401616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224" y="4121825"/>
            <a:ext cx="2943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Overload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28224" y="46122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Investors struggle to interpret large volumes of financial news and market data efficiently.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5216962" y="298013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51396" y="32145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562" y="3401616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51396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Analysis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5451396" y="46122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sentiment analysis is slow, time-consuming, and prone to human error.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9640133" y="298013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874568" y="32145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3401616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4568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Support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9874568" y="461224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Traders need automated, reliable systems to support investment decisions with data-driven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5612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102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2965252"/>
            <a:ext cx="6407944" cy="3048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Sentiment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362997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financial news sentiment using Natural Language Processing techniques.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428548" y="26102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965252"/>
            <a:ext cx="6408063" cy="3048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1" name="Text 8"/>
          <p:cNvSpPr/>
          <p:nvPr/>
        </p:nvSpPr>
        <p:spPr>
          <a:xfrm>
            <a:off x="7428548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Trend Prediction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28548" y="362997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market trend direction with confidence-based forecasting models.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47526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107662"/>
            <a:ext cx="6407944" cy="3048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5" name="Text 12"/>
          <p:cNvSpPr/>
          <p:nvPr/>
        </p:nvSpPr>
        <p:spPr>
          <a:xfrm>
            <a:off x="793790" y="5281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Signal Generation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3790" y="577238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Buy/Sell/Hold trading signals based on analysed sentiment data.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428548" y="47526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428548" y="5107662"/>
            <a:ext cx="6408063" cy="30480"/>
          </a:xfrm>
          <a:prstGeom prst="rect">
            <a:avLst/>
          </a:prstGeom>
          <a:solidFill>
            <a:srgbClr val="2B0AFF"/>
          </a:solidFill>
          <a:ln/>
        </p:spPr>
      </p:sp>
      <p:sp>
        <p:nvSpPr>
          <p:cNvPr id="19" name="Text 16"/>
          <p:cNvSpPr/>
          <p:nvPr/>
        </p:nvSpPr>
        <p:spPr>
          <a:xfrm>
            <a:off x="7428548" y="5281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Confidence Scores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28548" y="577238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probabilistic confidence scores for each trading recommendation.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9658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014782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4253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44253" y="350520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ML implementation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3014782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86356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6086356" y="350520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for model training and evaluation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77995" y="3014782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28459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 Models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0528459" y="3505200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FinBERT and Transformer architectures for sentiment analysis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790" y="5047536"/>
            <a:ext cx="566976" cy="5669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44253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644253" y="553795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frontend dashboard for user interface</a:t>
            </a:r>
            <a:endParaRPr lang="en-US" sz="17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35893" y="5047536"/>
            <a:ext cx="566976" cy="56697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086356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 &amp; NumPy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6086356" y="553795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manipulation and numerical computing libraries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293733" y="493514"/>
            <a:ext cx="4378881" cy="54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733" y="1240274"/>
            <a:ext cx="11170206" cy="60977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93733" y="7489031"/>
            <a:ext cx="12042815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78324" y="602933"/>
            <a:ext cx="5064800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Methodology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1064895" y="1695926"/>
            <a:ext cx="186571" cy="839510"/>
          </a:xfrm>
          <a:prstGeom prst="roundRect">
            <a:avLst>
              <a:gd name="adj" fmla="val 4200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8324" y="1573530"/>
            <a:ext cx="559713" cy="559713"/>
          </a:xfrm>
          <a:prstGeom prst="roundRect">
            <a:avLst>
              <a:gd name="adj" fmla="val 8168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8223" y="1713548"/>
            <a:ext cx="279797" cy="2797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91389" y="1602700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Collection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591389" y="1986201"/>
            <a:ext cx="1216056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news articles and market reports are fed into the system.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344692" y="2968704"/>
            <a:ext cx="186571" cy="839510"/>
          </a:xfrm>
          <a:prstGeom prst="roundRect">
            <a:avLst>
              <a:gd name="adj" fmla="val 4200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58121" y="2846308"/>
            <a:ext cx="559713" cy="559713"/>
          </a:xfrm>
          <a:prstGeom prst="roundRect">
            <a:avLst>
              <a:gd name="adj" fmla="val 8168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8019" y="2986326"/>
            <a:ext cx="279797" cy="2797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1186" y="2875478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 Preprocessing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871186" y="3258979"/>
            <a:ext cx="11880771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tokenisation, and feature extraction from raw text.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624608" y="4241483"/>
            <a:ext cx="186571" cy="839510"/>
          </a:xfrm>
          <a:prstGeom prst="roundRect">
            <a:avLst>
              <a:gd name="adj" fmla="val 4200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438037" y="4119086"/>
            <a:ext cx="559713" cy="559713"/>
          </a:xfrm>
          <a:prstGeom prst="roundRect">
            <a:avLst>
              <a:gd name="adj" fmla="val 8168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7935" y="4259104"/>
            <a:ext cx="279797" cy="27979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51102" y="4148257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Sentiment Scoring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2151102" y="4531757"/>
            <a:ext cx="1160085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models assign sentiment scores ranging from negative to positive.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1904405" y="5514261"/>
            <a:ext cx="186571" cy="839510"/>
          </a:xfrm>
          <a:prstGeom prst="roundRect">
            <a:avLst>
              <a:gd name="adj" fmla="val 4200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717834" y="5391864"/>
            <a:ext cx="559713" cy="559713"/>
          </a:xfrm>
          <a:prstGeom prst="roundRect">
            <a:avLst>
              <a:gd name="adj" fmla="val 8168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57732" y="5531882"/>
            <a:ext cx="279797" cy="27979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430899" y="5421035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Prediction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2430899" y="5804535"/>
            <a:ext cx="1132105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algorithms analyse patterns and predict market movements.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1624608" y="6787039"/>
            <a:ext cx="186571" cy="839510"/>
          </a:xfrm>
          <a:prstGeom prst="roundRect">
            <a:avLst>
              <a:gd name="adj" fmla="val 4200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438037" y="6664643"/>
            <a:ext cx="559713" cy="559713"/>
          </a:xfrm>
          <a:prstGeom prst="roundRect">
            <a:avLst>
              <a:gd name="adj" fmla="val 8168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77935" y="6804660"/>
            <a:ext cx="279797" cy="27979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151102" y="6693813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Trading Signal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2151102" y="7077313"/>
            <a:ext cx="1160085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Buy/Sell/Hold recommendation with confidence percentage displayed.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254925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2254925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251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300263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sentiment analysis of live financial news feeds with instant processing.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254925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86482" y="2254925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1" name="Text 8"/>
          <p:cNvSpPr/>
          <p:nvPr/>
        </p:nvSpPr>
        <p:spPr>
          <a:xfrm>
            <a:off x="5565696" y="2512219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Confidence-Based Prediction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565696" y="335696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Probabilistic scoring system indicates reliability of each trading signal generated.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2254925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9653" y="2254925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5" name="Text 12"/>
          <p:cNvSpPr/>
          <p:nvPr/>
        </p:nvSpPr>
        <p:spPr>
          <a:xfrm>
            <a:off x="9988868" y="25122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Signals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988868" y="300263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indicators for high-volatility periods and uncertain market conditions.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93790" y="49297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3310" y="49297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9" name="Text 16"/>
          <p:cNvSpPr/>
          <p:nvPr/>
        </p:nvSpPr>
        <p:spPr>
          <a:xfrm>
            <a:off x="1142524" y="5187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Backtesting Support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142524" y="56774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 analysis to validate model performance and accuracy metrics.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5216962" y="49297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86482" y="49297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23" name="Text 20"/>
          <p:cNvSpPr/>
          <p:nvPr/>
        </p:nvSpPr>
        <p:spPr>
          <a:xfrm>
            <a:off x="5565696" y="5187077"/>
            <a:ext cx="3305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Dashboard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565696" y="56774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intuitive user interface with visualisations and interactive controls.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282071"/>
            <a:ext cx="5800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Results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44435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78%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1455420" y="4476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Rate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9665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directional predictions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235893" y="344435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2.3%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5897523" y="4476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 Score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35893" y="49665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mean square error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677995" y="344435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15%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10339626" y="4476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Return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77995" y="49665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Backtested portfolio performance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55846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demonstrates strong predictive capability with acceptable error rates for trading applications.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301954"/>
            <a:ext cx="96640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Future Improvements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Noisy financial data with inconsistencies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overfitting to training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detecting trend reversals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data preprocessing requirements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3577709"/>
            <a:ext cx="302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API integration for live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architectures (LSTM/GRU)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optimisation algorithms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deployment for scalability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541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803088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037522"/>
            <a:ext cx="3108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Data-Driven Decisions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52794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analysis transforms raw financial news into actionable trading signals.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803088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1396" y="3037522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Emotional Trading Reduction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51396" y="388227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Objective, algorithmic recommendations remove emotional bias from investment decisions.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2803088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4568" y="30375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Insights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74568" y="352794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sentiment processing provides competitive advantage in fast-moving markets.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590847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437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Inter Bold</vt:lpstr>
      <vt:lpstr>Inter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VISHESH AGRAWAL</cp:lastModifiedBy>
  <cp:revision>2</cp:revision>
  <dcterms:created xsi:type="dcterms:W3CDTF">2026-04-06T09:51:22Z</dcterms:created>
  <dcterms:modified xsi:type="dcterms:W3CDTF">2026-04-06T09:55:41Z</dcterms:modified>
</cp:coreProperties>
</file>